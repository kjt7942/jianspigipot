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7099300" cy="10234613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C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45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F36D6BE-66D0-4A49-846F-DB3EBA4A79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18A6C30E-AE27-428C-91B9-66FB46FB61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9216B44-FFE5-44AE-AF38-A730395ADC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1F1C7C-E851-4FCC-B3A2-6D0E10D678EA}" type="datetimeFigureOut">
              <a:rPr lang="ko-KR" altLang="en-US" smtClean="0"/>
              <a:t>2026-06-05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05BB66C-587F-4B0D-BC59-077F17A663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FDA073F-D9F4-4A29-9276-448FCF756D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9D695-545A-4309-A18E-4E508125CB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222033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41A0160-8D3E-432F-A442-1C749646AD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52A007B-2A66-47E0-ACF4-0FFCF8EAE9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22ACC8D-CBAE-45C2-8E09-6E2DC50480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1F1C7C-E851-4FCC-B3A2-6D0E10D678EA}" type="datetimeFigureOut">
              <a:rPr lang="ko-KR" altLang="en-US" smtClean="0"/>
              <a:t>2026-06-05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F4B4C13-6801-413D-8A45-D2145BB699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0A39D69-E19A-4AF5-9F83-901FFEF5DA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9D695-545A-4309-A18E-4E508125CB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799978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29081B8-3905-4B39-80A1-F003CF4C46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B552344-2BDF-4ABF-9779-5AD28E3257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E629A62-0A72-4876-8FCE-AF682FF719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1F1C7C-E851-4FCC-B3A2-6D0E10D678EA}" type="datetimeFigureOut">
              <a:rPr lang="ko-KR" altLang="en-US" smtClean="0"/>
              <a:t>2026-06-05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0AFEA38-7C69-4276-AAE0-A92B7D1AF7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EC15993-4ABC-4271-BB20-8B5582E91C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9D695-545A-4309-A18E-4E508125CB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698915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184111A-7A7A-42A5-A4E0-B042CC6DEB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17AED0F-10B0-4894-89B9-04FF73DCC57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AFCA6EA-E22A-44E5-85C5-B9EC0D727A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53C11FD-4131-40C6-82CB-ECC1D80408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1F1C7C-E851-4FCC-B3A2-6D0E10D678EA}" type="datetimeFigureOut">
              <a:rPr lang="ko-KR" altLang="en-US" smtClean="0"/>
              <a:t>2026-06-05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E2DA00B-198C-4A58-ADC7-7E48708735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1ADD1DB-E9F6-4CC4-A6A3-4E3E2B9F9B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9D695-545A-4309-A18E-4E508125CB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166538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C80B78C-B198-43FA-B5C1-BACE0E2769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EAC67FB-B589-4780-B3C8-C4857E7D85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090686C-0DA1-4021-A421-F579535AA4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90B240D8-8576-4796-B0DB-594726CC82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87AAAC0D-5589-498D-BEF1-73E417989CA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E790B604-0423-40DD-9916-D2B1E1F057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1F1C7C-E851-4FCC-B3A2-6D0E10D678EA}" type="datetimeFigureOut">
              <a:rPr lang="ko-KR" altLang="en-US" smtClean="0"/>
              <a:t>2026-06-05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2B8EF4F6-0E81-4871-97DC-F8058EB731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334B2AB2-57F5-466C-B1DF-430F5FA07B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9D695-545A-4309-A18E-4E508125CB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460538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EE6D90C-9239-4FD4-AD0C-D8B7591D9A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B4100792-D693-4690-9C3E-F6105C1EE2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1F1C7C-E851-4FCC-B3A2-6D0E10D678EA}" type="datetimeFigureOut">
              <a:rPr lang="ko-KR" altLang="en-US" smtClean="0"/>
              <a:t>2026-06-05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2DBA8A5-4E62-40B5-B449-6C5A2CD5B1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B9A0142-CFF8-4347-8D72-ACE47658AA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9D695-545A-4309-A18E-4E508125CB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037013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50EDB46D-1203-48EC-962F-6C5EEE1EA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1F1C7C-E851-4FCC-B3A2-6D0E10D678EA}" type="datetimeFigureOut">
              <a:rPr lang="ko-KR" altLang="en-US" smtClean="0"/>
              <a:t>2026-06-05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70255F60-27BE-46A9-B8D8-837103AA7A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7F80E59-84D0-4553-9D85-001CDED426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9D695-545A-4309-A18E-4E508125CB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05705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270651E-3D1E-41D9-9F36-F50FEC64EC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ECF0092-71D5-45B5-9709-531FF3698A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C34E7FC-A3B3-4490-98A3-926A350971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CA35B8A-A82D-44FE-9784-542F37177A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1F1C7C-E851-4FCC-B3A2-6D0E10D678EA}" type="datetimeFigureOut">
              <a:rPr lang="ko-KR" altLang="en-US" smtClean="0"/>
              <a:t>2026-06-05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A410FEA-F4EF-440B-BDF9-10400E0C6A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3E49276-6B90-40A9-8774-BE5762A1B3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9D695-545A-4309-A18E-4E508125CB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097421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46BF179-52D5-4BB7-A1FA-D4CB6202E0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8F16A28D-B012-4F24-83EB-9286B7A7A62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5041EFD-169F-4839-A53D-9DBCF87415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5EED25B-F558-4313-95C1-433D63DF47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1F1C7C-E851-4FCC-B3A2-6D0E10D678EA}" type="datetimeFigureOut">
              <a:rPr lang="ko-KR" altLang="en-US" smtClean="0"/>
              <a:t>2026-06-05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6842F15-D1CA-46BC-A3E6-CFA754E883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8713795-0A3D-4CD3-B307-B76CFC9060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9D695-545A-4309-A18E-4E508125CB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476569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C69EFC7-94D4-4E88-9CEA-7C715E5B7F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D025826-1D0B-4113-ADC3-8E4D2476C2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B76F83E-CFD0-445C-9075-BAABB7122F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1F1C7C-E851-4FCC-B3A2-6D0E10D678EA}" type="datetimeFigureOut">
              <a:rPr lang="ko-KR" altLang="en-US" smtClean="0"/>
              <a:t>2026-06-05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E1E07BB-801E-45CF-A301-79EE899482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E38E1C0-6F16-4C51-B3A8-57646325D8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9D695-545A-4309-A18E-4E508125CB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753263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D599320A-70D7-40E3-AE67-3C798FA687A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DCC103A-9C51-48B5-9157-E429D725D8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5F51699-DE8F-4CB6-A386-E8421F6F66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1F1C7C-E851-4FCC-B3A2-6D0E10D678EA}" type="datetimeFigureOut">
              <a:rPr lang="ko-KR" altLang="en-US" smtClean="0"/>
              <a:t>2026-06-05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3B1BF3C-30FB-44FA-BF79-2E24ABD684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3EE0EA4-6EAB-4ADD-A56C-721B3CC5C3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9D695-545A-4309-A18E-4E508125CB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628531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6BE004A9-71CA-417F-80A0-B69C8CC049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7B2B1DF-82A1-45FB-A652-13712ACA9E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4AC21DD-E4C5-4C6C-9398-2048C83041B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1F1C7C-E851-4FCC-B3A2-6D0E10D678EA}" type="datetimeFigureOut">
              <a:rPr lang="ko-KR" altLang="en-US" smtClean="0"/>
              <a:t>2026-06-05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6555EA2-2A22-4070-8BB2-F99E32F528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C27B07D-C94A-4B5D-AE3D-98453DFEA2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D9D695-545A-4309-A18E-4E508125CB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842600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15D26ADE-1FFF-4F31-BCDA-40EEDA137F83}"/>
              </a:ext>
            </a:extLst>
          </p:cNvPr>
          <p:cNvSpPr/>
          <p:nvPr/>
        </p:nvSpPr>
        <p:spPr>
          <a:xfrm>
            <a:off x="203200" y="245533"/>
            <a:ext cx="4030133" cy="6383867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43E9C2A4-E5EA-490F-BE49-504F337B7EF7}"/>
              </a:ext>
            </a:extLst>
          </p:cNvPr>
          <p:cNvSpPr/>
          <p:nvPr/>
        </p:nvSpPr>
        <p:spPr>
          <a:xfrm>
            <a:off x="668866" y="897466"/>
            <a:ext cx="3098800" cy="253153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932FE10E-4C54-4C80-B733-40AD03239CFE}"/>
              </a:ext>
            </a:extLst>
          </p:cNvPr>
          <p:cNvSpPr/>
          <p:nvPr/>
        </p:nvSpPr>
        <p:spPr>
          <a:xfrm>
            <a:off x="2125133" y="3602565"/>
            <a:ext cx="1642533" cy="51646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B5E9140E-619C-42FB-BB4D-7EAC737F6BED}"/>
              </a:ext>
            </a:extLst>
          </p:cNvPr>
          <p:cNvSpPr/>
          <p:nvPr/>
        </p:nvSpPr>
        <p:spPr>
          <a:xfrm>
            <a:off x="575735" y="4512732"/>
            <a:ext cx="1456266" cy="516467"/>
          </a:xfrm>
          <a:prstGeom prst="rect">
            <a:avLst/>
          </a:prstGeom>
          <a:solidFill>
            <a:srgbClr val="FFCCCC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1BBF58DA-4499-4A7D-9E78-01300A32731E}"/>
              </a:ext>
            </a:extLst>
          </p:cNvPr>
          <p:cNvSpPr/>
          <p:nvPr/>
        </p:nvSpPr>
        <p:spPr>
          <a:xfrm>
            <a:off x="2404533" y="4512732"/>
            <a:ext cx="1456266" cy="51646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D5AE0E4-65C2-4EC8-83AD-27C9CAF32913}"/>
              </a:ext>
            </a:extLst>
          </p:cNvPr>
          <p:cNvSpPr/>
          <p:nvPr/>
        </p:nvSpPr>
        <p:spPr>
          <a:xfrm>
            <a:off x="668868" y="5130799"/>
            <a:ext cx="1270000" cy="22013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0873F4ED-6697-4C26-AD9E-712652A6B021}"/>
              </a:ext>
            </a:extLst>
          </p:cNvPr>
          <p:cNvSpPr/>
          <p:nvPr/>
        </p:nvSpPr>
        <p:spPr>
          <a:xfrm>
            <a:off x="2497666" y="5130799"/>
            <a:ext cx="1270000" cy="22013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B9B6F69F-7E06-43E4-8E26-02ED623DBB20}"/>
              </a:ext>
            </a:extLst>
          </p:cNvPr>
          <p:cNvSpPr/>
          <p:nvPr/>
        </p:nvSpPr>
        <p:spPr>
          <a:xfrm>
            <a:off x="668866" y="3602564"/>
            <a:ext cx="1363134" cy="51646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131F753-6304-407F-84D1-5622CE56E03A}"/>
              </a:ext>
            </a:extLst>
          </p:cNvPr>
          <p:cNvSpPr txBox="1"/>
          <p:nvPr/>
        </p:nvSpPr>
        <p:spPr>
          <a:xfrm>
            <a:off x="1615016" y="1515016"/>
            <a:ext cx="1206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최근 내역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6AE8754-7906-4D83-A8DA-09979B1665EC}"/>
              </a:ext>
            </a:extLst>
          </p:cNvPr>
          <p:cNvSpPr txBox="1"/>
          <p:nvPr/>
        </p:nvSpPr>
        <p:spPr>
          <a:xfrm>
            <a:off x="747183" y="3672982"/>
            <a:ext cx="1206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/>
              <a:t>계산기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28C114F-D1B9-44EE-A95E-137B754DF92D}"/>
              </a:ext>
            </a:extLst>
          </p:cNvPr>
          <p:cNvSpPr txBox="1"/>
          <p:nvPr/>
        </p:nvSpPr>
        <p:spPr>
          <a:xfrm>
            <a:off x="2125133" y="3672982"/>
            <a:ext cx="16107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/>
              <a:t>현재 가진 돈</a:t>
            </a:r>
            <a:endParaRPr lang="ko-KR" alt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B5C81BB-D924-423D-80E7-ED6DECFD37BC}"/>
              </a:ext>
            </a:extLst>
          </p:cNvPr>
          <p:cNvSpPr txBox="1"/>
          <p:nvPr/>
        </p:nvSpPr>
        <p:spPr>
          <a:xfrm>
            <a:off x="700618" y="4586299"/>
            <a:ext cx="1206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-(</a:t>
            </a:r>
            <a:r>
              <a:rPr lang="ko-KR" altLang="en-US" dirty="0"/>
              <a:t>지출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EDDAC2A-F75F-4ECB-BE32-40DE10887099}"/>
              </a:ext>
            </a:extLst>
          </p:cNvPr>
          <p:cNvSpPr txBox="1"/>
          <p:nvPr/>
        </p:nvSpPr>
        <p:spPr>
          <a:xfrm>
            <a:off x="2529416" y="4586299"/>
            <a:ext cx="1206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+(</a:t>
            </a:r>
            <a:r>
              <a:rPr lang="ko-KR" altLang="en-US" dirty="0"/>
              <a:t>수입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B8CA1E4-06CE-49F0-BD67-1140383F5020}"/>
              </a:ext>
            </a:extLst>
          </p:cNvPr>
          <p:cNvSpPr txBox="1"/>
          <p:nvPr/>
        </p:nvSpPr>
        <p:spPr>
          <a:xfrm>
            <a:off x="699559" y="5122332"/>
            <a:ext cx="1206500" cy="2385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950" dirty="0"/>
              <a:t>지출만 보기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232C97B-7288-44C4-9F58-F6F096CCDBB2}"/>
              </a:ext>
            </a:extLst>
          </p:cNvPr>
          <p:cNvSpPr txBox="1"/>
          <p:nvPr/>
        </p:nvSpPr>
        <p:spPr>
          <a:xfrm>
            <a:off x="2529416" y="5135688"/>
            <a:ext cx="1206500" cy="2385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950" dirty="0"/>
              <a:t>수입만 보기</a:t>
            </a: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F3EEFCE3-6C0A-43F4-905E-75009974A4E9}"/>
              </a:ext>
            </a:extLst>
          </p:cNvPr>
          <p:cNvSpPr/>
          <p:nvPr/>
        </p:nvSpPr>
        <p:spPr>
          <a:xfrm>
            <a:off x="4713815" y="296335"/>
            <a:ext cx="3354917" cy="54981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A315F97-3EEB-48D5-8F52-3A726BE162CA}"/>
              </a:ext>
            </a:extLst>
          </p:cNvPr>
          <p:cNvSpPr txBox="1"/>
          <p:nvPr/>
        </p:nvSpPr>
        <p:spPr>
          <a:xfrm>
            <a:off x="4832358" y="454313"/>
            <a:ext cx="88789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/>
              <a:t>날짜</a:t>
            </a:r>
            <a:r>
              <a:rPr lang="en-US" altLang="ko-KR" sz="800" dirty="0"/>
              <a:t>:</a:t>
            </a:r>
            <a:endParaRPr lang="ko-KR" altLang="en-US" sz="800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27B6207-CB4C-4E1C-885A-D0B7DCD3E9F9}"/>
              </a:ext>
            </a:extLst>
          </p:cNvPr>
          <p:cNvSpPr txBox="1"/>
          <p:nvPr/>
        </p:nvSpPr>
        <p:spPr>
          <a:xfrm>
            <a:off x="5612358" y="459887"/>
            <a:ext cx="9577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/>
              <a:t>지출액</a:t>
            </a:r>
            <a:r>
              <a:rPr lang="en-US" altLang="ko-KR" sz="800" dirty="0"/>
              <a:t>:</a:t>
            </a:r>
            <a:endParaRPr lang="ko-KR" altLang="en-US" sz="800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674732B-DEAE-45AE-8E55-07192B3D5738}"/>
              </a:ext>
            </a:extLst>
          </p:cNvPr>
          <p:cNvSpPr txBox="1"/>
          <p:nvPr/>
        </p:nvSpPr>
        <p:spPr>
          <a:xfrm>
            <a:off x="6471744" y="454313"/>
            <a:ext cx="117897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/>
              <a:t>분류</a:t>
            </a:r>
            <a:r>
              <a:rPr lang="en-US" altLang="ko-KR" sz="800" dirty="0"/>
              <a:t>:</a:t>
            </a:r>
            <a:endParaRPr lang="ko-KR" altLang="en-US" sz="800" dirty="0"/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C490A242-133B-4E21-B7F3-0088C5A22552}"/>
              </a:ext>
            </a:extLst>
          </p:cNvPr>
          <p:cNvSpPr/>
          <p:nvPr/>
        </p:nvSpPr>
        <p:spPr>
          <a:xfrm>
            <a:off x="4713815" y="966855"/>
            <a:ext cx="3354917" cy="54981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085B6624-D3FC-4265-98AA-0E9F8C37ABEC}"/>
              </a:ext>
            </a:extLst>
          </p:cNvPr>
          <p:cNvSpPr txBox="1"/>
          <p:nvPr/>
        </p:nvSpPr>
        <p:spPr>
          <a:xfrm>
            <a:off x="4832358" y="1124833"/>
            <a:ext cx="88789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/>
              <a:t>날짜</a:t>
            </a:r>
            <a:r>
              <a:rPr lang="en-US" altLang="ko-KR" sz="800" dirty="0"/>
              <a:t>:</a:t>
            </a:r>
            <a:endParaRPr lang="ko-KR" altLang="en-US" sz="800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5DAE051E-5A88-4EB2-8C66-4450E64EED50}"/>
              </a:ext>
            </a:extLst>
          </p:cNvPr>
          <p:cNvSpPr txBox="1"/>
          <p:nvPr/>
        </p:nvSpPr>
        <p:spPr>
          <a:xfrm>
            <a:off x="5612358" y="1130407"/>
            <a:ext cx="9577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/>
              <a:t>수입액</a:t>
            </a:r>
            <a:r>
              <a:rPr lang="en-US" altLang="ko-KR" sz="800" dirty="0"/>
              <a:t>:</a:t>
            </a:r>
            <a:endParaRPr lang="ko-KR" altLang="en-US" sz="800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03209903-34A0-4102-AB6C-10DE64A19357}"/>
              </a:ext>
            </a:extLst>
          </p:cNvPr>
          <p:cNvSpPr txBox="1"/>
          <p:nvPr/>
        </p:nvSpPr>
        <p:spPr>
          <a:xfrm>
            <a:off x="6471744" y="1124833"/>
            <a:ext cx="117897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/>
              <a:t>분류</a:t>
            </a:r>
            <a:r>
              <a:rPr lang="en-US" altLang="ko-KR" sz="800" dirty="0"/>
              <a:t>:</a:t>
            </a:r>
            <a:endParaRPr lang="ko-KR" altLang="en-US" sz="800" dirty="0"/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C8837E0F-4F1B-42F1-AAA2-75D59A28D736}"/>
              </a:ext>
            </a:extLst>
          </p:cNvPr>
          <p:cNvSpPr/>
          <p:nvPr/>
        </p:nvSpPr>
        <p:spPr>
          <a:xfrm>
            <a:off x="4710648" y="2001227"/>
            <a:ext cx="3354917" cy="54981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3518A6CA-F4D1-4BFD-BCAD-E2D68B3C0F00}"/>
              </a:ext>
            </a:extLst>
          </p:cNvPr>
          <p:cNvSpPr txBox="1"/>
          <p:nvPr/>
        </p:nvSpPr>
        <p:spPr>
          <a:xfrm>
            <a:off x="4829191" y="2159205"/>
            <a:ext cx="89423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/>
              <a:t>날짜</a:t>
            </a:r>
            <a:r>
              <a:rPr lang="en-US" altLang="ko-KR" sz="800" dirty="0"/>
              <a:t>:2026/6/5</a:t>
            </a:r>
            <a:endParaRPr lang="ko-KR" altLang="en-US" sz="800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5159D024-B93F-4CA1-98FC-1039E706A09A}"/>
              </a:ext>
            </a:extLst>
          </p:cNvPr>
          <p:cNvSpPr txBox="1"/>
          <p:nvPr/>
        </p:nvSpPr>
        <p:spPr>
          <a:xfrm>
            <a:off x="5609190" y="2164779"/>
            <a:ext cx="96094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/>
              <a:t>지출액</a:t>
            </a:r>
            <a:r>
              <a:rPr lang="en-US" altLang="ko-KR" sz="800" dirty="0"/>
              <a:t>:2000</a:t>
            </a:r>
            <a:r>
              <a:rPr lang="ko-KR" altLang="en-US" sz="800" dirty="0"/>
              <a:t>원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E6190EB1-8269-4492-B351-6653BDD53895}"/>
              </a:ext>
            </a:extLst>
          </p:cNvPr>
          <p:cNvSpPr txBox="1"/>
          <p:nvPr/>
        </p:nvSpPr>
        <p:spPr>
          <a:xfrm>
            <a:off x="6468577" y="2159205"/>
            <a:ext cx="117897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/>
              <a:t>분류</a:t>
            </a:r>
            <a:r>
              <a:rPr lang="en-US" altLang="ko-KR" sz="800" dirty="0"/>
              <a:t>:</a:t>
            </a:r>
            <a:r>
              <a:rPr lang="ko-KR" altLang="en-US" sz="800" dirty="0" err="1"/>
              <a:t>다이소</a:t>
            </a:r>
            <a:r>
              <a:rPr lang="en-US" altLang="ko-KR" sz="800" dirty="0"/>
              <a:t>- </a:t>
            </a:r>
            <a:r>
              <a:rPr lang="ko-KR" altLang="en-US" sz="800" dirty="0" err="1"/>
              <a:t>문구류</a:t>
            </a:r>
            <a:endParaRPr lang="ko-KR" altLang="en-US" sz="800" dirty="0"/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5AB578BA-AE7B-41ED-BED3-25F8AB550A34}"/>
              </a:ext>
            </a:extLst>
          </p:cNvPr>
          <p:cNvSpPr/>
          <p:nvPr/>
        </p:nvSpPr>
        <p:spPr>
          <a:xfrm>
            <a:off x="4710648" y="2671747"/>
            <a:ext cx="3354917" cy="54981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F773D0AB-5FCB-4D1A-B5EA-FF555919C195}"/>
              </a:ext>
            </a:extLst>
          </p:cNvPr>
          <p:cNvSpPr txBox="1"/>
          <p:nvPr/>
        </p:nvSpPr>
        <p:spPr>
          <a:xfrm>
            <a:off x="4829191" y="2829725"/>
            <a:ext cx="89423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/>
              <a:t>날짜</a:t>
            </a:r>
            <a:r>
              <a:rPr lang="en-US" altLang="ko-KR" sz="800" dirty="0"/>
              <a:t>:2026/5/26</a:t>
            </a:r>
            <a:endParaRPr lang="ko-KR" altLang="en-US" sz="800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20B87930-7288-434B-8E94-0C2DE6EEFDB2}"/>
              </a:ext>
            </a:extLst>
          </p:cNvPr>
          <p:cNvSpPr txBox="1"/>
          <p:nvPr/>
        </p:nvSpPr>
        <p:spPr>
          <a:xfrm>
            <a:off x="5609190" y="2835299"/>
            <a:ext cx="96094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/>
              <a:t>수입액</a:t>
            </a:r>
            <a:r>
              <a:rPr lang="en-US" altLang="ko-KR" sz="800" dirty="0"/>
              <a:t>:10000</a:t>
            </a:r>
            <a:r>
              <a:rPr lang="ko-KR" altLang="en-US" sz="800" dirty="0"/>
              <a:t>원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54A06AFB-29FE-4563-AC70-B257A463DE32}"/>
              </a:ext>
            </a:extLst>
          </p:cNvPr>
          <p:cNvSpPr txBox="1"/>
          <p:nvPr/>
        </p:nvSpPr>
        <p:spPr>
          <a:xfrm>
            <a:off x="6468577" y="2829725"/>
            <a:ext cx="117897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/>
              <a:t>분류</a:t>
            </a:r>
            <a:r>
              <a:rPr lang="en-US" altLang="ko-KR" sz="800" dirty="0"/>
              <a:t>:</a:t>
            </a:r>
            <a:r>
              <a:rPr lang="ko-KR" altLang="en-US" sz="800" dirty="0"/>
              <a:t>용돈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D0FE92BF-710D-4226-83B8-AC07F29FC1F6}"/>
              </a:ext>
            </a:extLst>
          </p:cNvPr>
          <p:cNvSpPr txBox="1"/>
          <p:nvPr/>
        </p:nvSpPr>
        <p:spPr>
          <a:xfrm>
            <a:off x="4710648" y="1610576"/>
            <a:ext cx="7016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예시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F931D5DE-70D0-4F92-8ACB-8A8C3ED1AD90}"/>
              </a:ext>
            </a:extLst>
          </p:cNvPr>
          <p:cNvSpPr/>
          <p:nvPr/>
        </p:nvSpPr>
        <p:spPr>
          <a:xfrm>
            <a:off x="8402206" y="965199"/>
            <a:ext cx="3098800" cy="31538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0B4E8037-C992-4688-9321-20083A276073}"/>
              </a:ext>
            </a:extLst>
          </p:cNvPr>
          <p:cNvSpPr/>
          <p:nvPr/>
        </p:nvSpPr>
        <p:spPr>
          <a:xfrm>
            <a:off x="8583898" y="1142651"/>
            <a:ext cx="766753" cy="77824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F01D197F-F2F4-4F01-B1E1-CE8F1B2469C2}"/>
              </a:ext>
            </a:extLst>
          </p:cNvPr>
          <p:cNvSpPr txBox="1"/>
          <p:nvPr/>
        </p:nvSpPr>
        <p:spPr>
          <a:xfrm>
            <a:off x="9093519" y="251135"/>
            <a:ext cx="18668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/>
              <a:t>카테고리 선택</a:t>
            </a:r>
            <a:r>
              <a:rPr lang="en-US" altLang="ko-KR" dirty="0"/>
              <a:t>(</a:t>
            </a:r>
            <a:r>
              <a:rPr lang="ko-KR" altLang="en-US" dirty="0"/>
              <a:t>복수 선택 가능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67F2502D-BF07-436B-BACF-728E6954A8B4}"/>
              </a:ext>
            </a:extLst>
          </p:cNvPr>
          <p:cNvSpPr txBox="1"/>
          <p:nvPr/>
        </p:nvSpPr>
        <p:spPr>
          <a:xfrm>
            <a:off x="8584217" y="1390213"/>
            <a:ext cx="766753" cy="2385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950" dirty="0" err="1"/>
              <a:t>다이소</a:t>
            </a:r>
            <a:endParaRPr lang="ko-KR" altLang="en-US" sz="950" dirty="0"/>
          </a:p>
        </p:txBody>
      </p:sp>
      <p:sp>
        <p:nvSpPr>
          <p:cNvPr id="72" name="직사각형 71">
            <a:extLst>
              <a:ext uri="{FF2B5EF4-FFF2-40B4-BE49-F238E27FC236}">
                <a16:creationId xmlns:a16="http://schemas.microsoft.com/office/drawing/2014/main" id="{BF877E7C-B5E9-44EC-ADEA-3FBE06CEDCAB}"/>
              </a:ext>
            </a:extLst>
          </p:cNvPr>
          <p:cNvSpPr/>
          <p:nvPr/>
        </p:nvSpPr>
        <p:spPr>
          <a:xfrm>
            <a:off x="10576983" y="1142651"/>
            <a:ext cx="766753" cy="77824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A703283F-5FED-435E-BC66-C4DF8842D4F4}"/>
              </a:ext>
            </a:extLst>
          </p:cNvPr>
          <p:cNvSpPr txBox="1"/>
          <p:nvPr/>
        </p:nvSpPr>
        <p:spPr>
          <a:xfrm>
            <a:off x="10577302" y="1390213"/>
            <a:ext cx="766753" cy="2385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950" dirty="0"/>
              <a:t>간식</a:t>
            </a:r>
            <a:r>
              <a:rPr lang="en-US" altLang="ko-KR" sz="950" dirty="0"/>
              <a:t>/</a:t>
            </a:r>
            <a:r>
              <a:rPr lang="ko-KR" altLang="en-US" sz="950" dirty="0"/>
              <a:t>식비</a:t>
            </a: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1988C385-4A63-45E7-BB41-CE08E9100CD6}"/>
              </a:ext>
            </a:extLst>
          </p:cNvPr>
          <p:cNvSpPr/>
          <p:nvPr/>
        </p:nvSpPr>
        <p:spPr>
          <a:xfrm>
            <a:off x="9580121" y="1136254"/>
            <a:ext cx="766753" cy="77824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36E5025E-9823-4134-9B8E-4B7AB4309F9D}"/>
              </a:ext>
            </a:extLst>
          </p:cNvPr>
          <p:cNvSpPr txBox="1"/>
          <p:nvPr/>
        </p:nvSpPr>
        <p:spPr>
          <a:xfrm>
            <a:off x="9580440" y="1383816"/>
            <a:ext cx="766753" cy="2385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950" dirty="0" err="1"/>
              <a:t>문구류</a:t>
            </a:r>
            <a:endParaRPr lang="ko-KR" altLang="en-US" sz="950" dirty="0"/>
          </a:p>
        </p:txBody>
      </p: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04ED48B5-DF18-4F67-989B-A48B4D989A98}"/>
              </a:ext>
            </a:extLst>
          </p:cNvPr>
          <p:cNvSpPr/>
          <p:nvPr/>
        </p:nvSpPr>
        <p:spPr>
          <a:xfrm>
            <a:off x="8583898" y="2098842"/>
            <a:ext cx="766753" cy="77824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99809DA1-FFE2-456E-850C-B06D2B19F699}"/>
              </a:ext>
            </a:extLst>
          </p:cNvPr>
          <p:cNvSpPr txBox="1"/>
          <p:nvPr/>
        </p:nvSpPr>
        <p:spPr>
          <a:xfrm>
            <a:off x="8584217" y="2346404"/>
            <a:ext cx="766753" cy="2385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950" dirty="0"/>
              <a:t>용돈</a:t>
            </a:r>
          </a:p>
        </p:txBody>
      </p:sp>
      <p:sp>
        <p:nvSpPr>
          <p:cNvPr id="78" name="직사각형 77">
            <a:extLst>
              <a:ext uri="{FF2B5EF4-FFF2-40B4-BE49-F238E27FC236}">
                <a16:creationId xmlns:a16="http://schemas.microsoft.com/office/drawing/2014/main" id="{14852775-72B8-439C-8D2B-8249C2A782E2}"/>
              </a:ext>
            </a:extLst>
          </p:cNvPr>
          <p:cNvSpPr/>
          <p:nvPr/>
        </p:nvSpPr>
        <p:spPr>
          <a:xfrm>
            <a:off x="10576983" y="2098842"/>
            <a:ext cx="766753" cy="77824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4934EDE0-C8C4-4F98-B0C4-5DD4971ECD1B}"/>
              </a:ext>
            </a:extLst>
          </p:cNvPr>
          <p:cNvSpPr txBox="1"/>
          <p:nvPr/>
        </p:nvSpPr>
        <p:spPr>
          <a:xfrm>
            <a:off x="10577302" y="2346404"/>
            <a:ext cx="766753" cy="2385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950" dirty="0"/>
              <a:t>저축</a:t>
            </a:r>
          </a:p>
        </p:txBody>
      </p:sp>
      <p:sp>
        <p:nvSpPr>
          <p:cNvPr id="80" name="직사각형 79">
            <a:extLst>
              <a:ext uri="{FF2B5EF4-FFF2-40B4-BE49-F238E27FC236}">
                <a16:creationId xmlns:a16="http://schemas.microsoft.com/office/drawing/2014/main" id="{7BB26825-DCBF-43AC-AE89-53CBF085677C}"/>
              </a:ext>
            </a:extLst>
          </p:cNvPr>
          <p:cNvSpPr/>
          <p:nvPr/>
        </p:nvSpPr>
        <p:spPr>
          <a:xfrm>
            <a:off x="9580121" y="2092445"/>
            <a:ext cx="766753" cy="77824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7DA8E700-2315-4E4B-AD0E-977B64CA3733}"/>
              </a:ext>
            </a:extLst>
          </p:cNvPr>
          <p:cNvSpPr txBox="1"/>
          <p:nvPr/>
        </p:nvSpPr>
        <p:spPr>
          <a:xfrm>
            <a:off x="9580440" y="2340007"/>
            <a:ext cx="766753" cy="2385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950" dirty="0"/>
              <a:t>게임</a:t>
            </a:r>
            <a:r>
              <a:rPr lang="en-US" altLang="ko-KR" sz="950" dirty="0"/>
              <a:t>/ </a:t>
            </a:r>
            <a:r>
              <a:rPr lang="ko-KR" altLang="en-US" sz="950" dirty="0"/>
              <a:t>놀이</a:t>
            </a:r>
          </a:p>
        </p:txBody>
      </p:sp>
      <p:sp>
        <p:nvSpPr>
          <p:cNvPr id="82" name="직사각형 81">
            <a:extLst>
              <a:ext uri="{FF2B5EF4-FFF2-40B4-BE49-F238E27FC236}">
                <a16:creationId xmlns:a16="http://schemas.microsoft.com/office/drawing/2014/main" id="{1458D192-4DD4-4FB7-ADE5-0E0A8A21EC3F}"/>
              </a:ext>
            </a:extLst>
          </p:cNvPr>
          <p:cNvSpPr/>
          <p:nvPr/>
        </p:nvSpPr>
        <p:spPr>
          <a:xfrm>
            <a:off x="8583898" y="3057027"/>
            <a:ext cx="766753" cy="77824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3249AFD6-6E19-409A-AC03-935FBD1F31FD}"/>
              </a:ext>
            </a:extLst>
          </p:cNvPr>
          <p:cNvSpPr txBox="1"/>
          <p:nvPr/>
        </p:nvSpPr>
        <p:spPr>
          <a:xfrm>
            <a:off x="8584217" y="3304589"/>
            <a:ext cx="766753" cy="2385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950" dirty="0"/>
              <a:t>문화 생활</a:t>
            </a:r>
          </a:p>
        </p:txBody>
      </p:sp>
      <p:sp>
        <p:nvSpPr>
          <p:cNvPr id="84" name="직사각형 83">
            <a:extLst>
              <a:ext uri="{FF2B5EF4-FFF2-40B4-BE49-F238E27FC236}">
                <a16:creationId xmlns:a16="http://schemas.microsoft.com/office/drawing/2014/main" id="{F368A7EE-E8B4-4E36-9DBF-C027A73BA57F}"/>
              </a:ext>
            </a:extLst>
          </p:cNvPr>
          <p:cNvSpPr/>
          <p:nvPr/>
        </p:nvSpPr>
        <p:spPr>
          <a:xfrm>
            <a:off x="10576983" y="3057027"/>
            <a:ext cx="766753" cy="77824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460BB7C0-DAC1-4D73-A044-BD66B6CF1D66}"/>
              </a:ext>
            </a:extLst>
          </p:cNvPr>
          <p:cNvSpPr txBox="1"/>
          <p:nvPr/>
        </p:nvSpPr>
        <p:spPr>
          <a:xfrm>
            <a:off x="10577302" y="3304589"/>
            <a:ext cx="766753" cy="2385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950" dirty="0"/>
              <a:t>기타</a:t>
            </a:r>
            <a:r>
              <a:rPr lang="en-US" altLang="ko-KR" sz="950" dirty="0"/>
              <a:t>:______</a:t>
            </a:r>
            <a:endParaRPr lang="ko-KR" altLang="en-US" sz="950" dirty="0"/>
          </a:p>
        </p:txBody>
      </p:sp>
      <p:sp>
        <p:nvSpPr>
          <p:cNvPr id="86" name="직사각형 85">
            <a:extLst>
              <a:ext uri="{FF2B5EF4-FFF2-40B4-BE49-F238E27FC236}">
                <a16:creationId xmlns:a16="http://schemas.microsoft.com/office/drawing/2014/main" id="{47BE6739-3C8F-4C4A-8438-26A92FE9C525}"/>
              </a:ext>
            </a:extLst>
          </p:cNvPr>
          <p:cNvSpPr/>
          <p:nvPr/>
        </p:nvSpPr>
        <p:spPr>
          <a:xfrm>
            <a:off x="9580121" y="3050630"/>
            <a:ext cx="766753" cy="77824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D4CD570D-1DD8-4802-9B2D-E7AAE86D239C}"/>
              </a:ext>
            </a:extLst>
          </p:cNvPr>
          <p:cNvSpPr txBox="1"/>
          <p:nvPr/>
        </p:nvSpPr>
        <p:spPr>
          <a:xfrm>
            <a:off x="9580440" y="3298192"/>
            <a:ext cx="766753" cy="2385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950" dirty="0"/>
              <a:t>건강</a:t>
            </a:r>
            <a:r>
              <a:rPr lang="en-US" altLang="ko-KR" sz="950" dirty="0"/>
              <a:t>/</a:t>
            </a:r>
            <a:r>
              <a:rPr lang="ko-KR" altLang="en-US" sz="950" dirty="0"/>
              <a:t>생활</a:t>
            </a:r>
          </a:p>
        </p:txBody>
      </p:sp>
      <p:sp>
        <p:nvSpPr>
          <p:cNvPr id="88" name="직사각형 87">
            <a:extLst>
              <a:ext uri="{FF2B5EF4-FFF2-40B4-BE49-F238E27FC236}">
                <a16:creationId xmlns:a16="http://schemas.microsoft.com/office/drawing/2014/main" id="{E2B1BCE1-5F13-49A6-BA7B-2AE6EDA09D47}"/>
              </a:ext>
            </a:extLst>
          </p:cNvPr>
          <p:cNvSpPr/>
          <p:nvPr/>
        </p:nvSpPr>
        <p:spPr>
          <a:xfrm>
            <a:off x="4710727" y="3327405"/>
            <a:ext cx="3354837" cy="31538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AE5A29EC-04E9-4548-A7FE-A08F03FFF303}"/>
              </a:ext>
            </a:extLst>
          </p:cNvPr>
          <p:cNvSpPr txBox="1"/>
          <p:nvPr/>
        </p:nvSpPr>
        <p:spPr>
          <a:xfrm>
            <a:off x="5433624" y="4297968"/>
            <a:ext cx="186684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/>
              <a:t>달력</a:t>
            </a:r>
            <a:r>
              <a:rPr lang="en-US" altLang="ko-KR" dirty="0"/>
              <a:t>: </a:t>
            </a:r>
            <a:r>
              <a:rPr lang="ko-KR" altLang="en-US" dirty="0"/>
              <a:t>일간</a:t>
            </a:r>
            <a:r>
              <a:rPr lang="en-US" altLang="ko-KR" dirty="0"/>
              <a:t>, </a:t>
            </a:r>
            <a:r>
              <a:rPr lang="ko-KR" altLang="en-US" dirty="0"/>
              <a:t>주간</a:t>
            </a:r>
            <a:r>
              <a:rPr lang="en-US" altLang="ko-KR" dirty="0"/>
              <a:t>, </a:t>
            </a:r>
            <a:r>
              <a:rPr lang="ko-KR" altLang="en-US" dirty="0"/>
              <a:t>월간 수입</a:t>
            </a:r>
            <a:r>
              <a:rPr lang="en-US" altLang="ko-KR" dirty="0"/>
              <a:t>/</a:t>
            </a:r>
            <a:r>
              <a:rPr lang="ko-KR" altLang="en-US" dirty="0"/>
              <a:t>지출 현황 확인 가능</a:t>
            </a:r>
          </a:p>
        </p:txBody>
      </p:sp>
    </p:spTree>
    <p:extLst>
      <p:ext uri="{BB962C8B-B14F-4D97-AF65-F5344CB8AC3E}">
        <p14:creationId xmlns:p14="http://schemas.microsoft.com/office/powerpoint/2010/main" val="5464568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345</TotalTime>
  <Words>89</Words>
  <Application>Microsoft Office PowerPoint</Application>
  <PresentationFormat>와이드스크린</PresentationFormat>
  <Paragraphs>31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USER</cp:lastModifiedBy>
  <cp:revision>7</cp:revision>
  <cp:lastPrinted>2026-06-05T15:05:58Z</cp:lastPrinted>
  <dcterms:created xsi:type="dcterms:W3CDTF">2026-06-05T10:40:15Z</dcterms:created>
  <dcterms:modified xsi:type="dcterms:W3CDTF">2026-06-05T16:25:40Z</dcterms:modified>
</cp:coreProperties>
</file>